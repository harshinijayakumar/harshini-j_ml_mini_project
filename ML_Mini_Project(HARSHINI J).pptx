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3" r:id="rId5"/>
    <p:sldId id="258" r:id="rId6"/>
    <p:sldId id="260" r:id="rId7"/>
    <p:sldId id="264" r:id="rId8"/>
    <p:sldId id="266" r:id="rId9"/>
    <p:sldId id="267" r:id="rId10"/>
    <p:sldId id="261" r:id="rId11"/>
    <p:sldId id="265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337422-1859-421D-B3CC-7C9FDDC946CA}" v="84" dt="2026-04-18T13:03:55.8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min Admin" userId="4d3ef730edd828b5" providerId="LiveId" clId="{E2136BF4-BEFC-445B-82FB-EBAB727DFD12}"/>
    <pc:docChg chg="undo custSel addSld modSld">
      <pc:chgData name="Admin Admin" userId="4d3ef730edd828b5" providerId="LiveId" clId="{E2136BF4-BEFC-445B-82FB-EBAB727DFD12}" dt="2026-04-18T13:04:46.127" v="567" actId="403"/>
      <pc:docMkLst>
        <pc:docMk/>
      </pc:docMkLst>
      <pc:sldChg chg="modSp mod">
        <pc:chgData name="Admin Admin" userId="4d3ef730edd828b5" providerId="LiveId" clId="{E2136BF4-BEFC-445B-82FB-EBAB727DFD12}" dt="2026-04-18T11:44:58.131" v="62" actId="20577"/>
        <pc:sldMkLst>
          <pc:docMk/>
          <pc:sldMk cId="2720793846" sldId="256"/>
        </pc:sldMkLst>
        <pc:spChg chg="mod">
          <ac:chgData name="Admin Admin" userId="4d3ef730edd828b5" providerId="LiveId" clId="{E2136BF4-BEFC-445B-82FB-EBAB727DFD12}" dt="2026-04-18T11:44:58.131" v="62" actId="20577"/>
          <ac:spMkLst>
            <pc:docMk/>
            <pc:sldMk cId="2720793846" sldId="256"/>
            <ac:spMk id="7" creationId="{5BEE647A-5606-A6E5-93DB-A43A8FC2D88A}"/>
          </ac:spMkLst>
        </pc:spChg>
      </pc:sldChg>
      <pc:sldChg chg="addSp delSp modSp mod">
        <pc:chgData name="Admin Admin" userId="4d3ef730edd828b5" providerId="LiveId" clId="{E2136BF4-BEFC-445B-82FB-EBAB727DFD12}" dt="2026-04-18T11:51:35.554" v="98" actId="14100"/>
        <pc:sldMkLst>
          <pc:docMk/>
          <pc:sldMk cId="1816614792" sldId="257"/>
        </pc:sldMkLst>
        <pc:spChg chg="add del mod">
          <ac:chgData name="Admin Admin" userId="4d3ef730edd828b5" providerId="LiveId" clId="{E2136BF4-BEFC-445B-82FB-EBAB727DFD12}" dt="2026-04-18T11:48:32.479" v="74"/>
          <ac:spMkLst>
            <pc:docMk/>
            <pc:sldMk cId="1816614792" sldId="257"/>
            <ac:spMk id="3" creationId="{FAE17474-C476-1051-3F37-A2159E2BEE57}"/>
          </ac:spMkLst>
        </pc:spChg>
        <pc:spChg chg="add mod">
          <ac:chgData name="Admin Admin" userId="4d3ef730edd828b5" providerId="LiveId" clId="{E2136BF4-BEFC-445B-82FB-EBAB727DFD12}" dt="2026-04-18T11:47:55.068" v="69"/>
          <ac:spMkLst>
            <pc:docMk/>
            <pc:sldMk cId="1816614792" sldId="257"/>
            <ac:spMk id="6" creationId="{9297BAB8-407F-A229-77F2-2EA26EA13B34}"/>
          </ac:spMkLst>
        </pc:spChg>
        <pc:spChg chg="add del mod">
          <ac:chgData name="Admin Admin" userId="4d3ef730edd828b5" providerId="LiveId" clId="{E2136BF4-BEFC-445B-82FB-EBAB727DFD12}" dt="2026-04-18T11:49:23.963" v="79"/>
          <ac:spMkLst>
            <pc:docMk/>
            <pc:sldMk cId="1816614792" sldId="257"/>
            <ac:spMk id="7" creationId="{81CCACBF-00D4-432E-C5DC-B3DB73A73E30}"/>
          </ac:spMkLst>
        </pc:spChg>
        <pc:spChg chg="add mod">
          <ac:chgData name="Admin Admin" userId="4d3ef730edd828b5" providerId="LiveId" clId="{E2136BF4-BEFC-445B-82FB-EBAB727DFD12}" dt="2026-04-18T11:51:35.554" v="98" actId="14100"/>
          <ac:spMkLst>
            <pc:docMk/>
            <pc:sldMk cId="1816614792" sldId="257"/>
            <ac:spMk id="8" creationId="{79C49346-A73D-0B54-6247-FB3BCE12EEE3}"/>
          </ac:spMkLst>
        </pc:spChg>
      </pc:sldChg>
      <pc:sldChg chg="modSp mod">
        <pc:chgData name="Admin Admin" userId="4d3ef730edd828b5" providerId="LiveId" clId="{E2136BF4-BEFC-445B-82FB-EBAB727DFD12}" dt="2026-04-18T12:46:29.114" v="189"/>
        <pc:sldMkLst>
          <pc:docMk/>
          <pc:sldMk cId="519586359" sldId="258"/>
        </pc:sldMkLst>
        <pc:graphicFrameChg chg="mod modGraphic">
          <ac:chgData name="Admin Admin" userId="4d3ef730edd828b5" providerId="LiveId" clId="{E2136BF4-BEFC-445B-82FB-EBAB727DFD12}" dt="2026-04-18T12:46:29.114" v="189"/>
          <ac:graphicFrameMkLst>
            <pc:docMk/>
            <pc:sldMk cId="519586359" sldId="258"/>
            <ac:graphicFrameMk id="12" creationId="{7FBC6078-AF91-1F9B-84F8-ECB37F7926A6}"/>
          </ac:graphicFrameMkLst>
        </pc:graphicFrameChg>
      </pc:sldChg>
      <pc:sldChg chg="addSp delSp modSp mod">
        <pc:chgData name="Admin Admin" userId="4d3ef730edd828b5" providerId="LiveId" clId="{E2136BF4-BEFC-445B-82FB-EBAB727DFD12}" dt="2026-04-18T12:45:28.084" v="187" actId="2711"/>
        <pc:sldMkLst>
          <pc:docMk/>
          <pc:sldMk cId="2832692384" sldId="259"/>
        </pc:sldMkLst>
        <pc:spChg chg="del mod">
          <ac:chgData name="Admin Admin" userId="4d3ef730edd828b5" providerId="LiveId" clId="{E2136BF4-BEFC-445B-82FB-EBAB727DFD12}" dt="2026-04-18T11:54:13.357" v="123" actId="21"/>
          <ac:spMkLst>
            <pc:docMk/>
            <pc:sldMk cId="2832692384" sldId="259"/>
            <ac:spMk id="3" creationId="{FE67243E-1300-82BE-9968-6837E801AFFC}"/>
          </ac:spMkLst>
        </pc:spChg>
        <pc:spChg chg="add">
          <ac:chgData name="Admin Admin" userId="4d3ef730edd828b5" providerId="LiveId" clId="{E2136BF4-BEFC-445B-82FB-EBAB727DFD12}" dt="2026-04-18T11:52:37.315" v="100"/>
          <ac:spMkLst>
            <pc:docMk/>
            <pc:sldMk cId="2832692384" sldId="259"/>
            <ac:spMk id="6" creationId="{6DD82BEA-8C74-943C-AFAF-F810635C677F}"/>
          </ac:spMkLst>
        </pc:spChg>
        <pc:spChg chg="add mod">
          <ac:chgData name="Admin Admin" userId="4d3ef730edd828b5" providerId="LiveId" clId="{E2136BF4-BEFC-445B-82FB-EBAB727DFD12}" dt="2026-04-18T12:45:28.084" v="187" actId="2711"/>
          <ac:spMkLst>
            <pc:docMk/>
            <pc:sldMk cId="2832692384" sldId="259"/>
            <ac:spMk id="7" creationId="{6E00BF6F-BE3D-EA2A-8C7A-115916C25C83}"/>
          </ac:spMkLst>
        </pc:spChg>
      </pc:sldChg>
      <pc:sldChg chg="addSp delSp modSp mod">
        <pc:chgData name="Admin Admin" userId="4d3ef730edd828b5" providerId="LiveId" clId="{E2136BF4-BEFC-445B-82FB-EBAB727DFD12}" dt="2026-04-18T13:04:46.127" v="567" actId="403"/>
        <pc:sldMkLst>
          <pc:docMk/>
          <pc:sldMk cId="2805269521" sldId="260"/>
        </pc:sldMkLst>
        <pc:spChg chg="mod">
          <ac:chgData name="Admin Admin" userId="4d3ef730edd828b5" providerId="LiveId" clId="{E2136BF4-BEFC-445B-82FB-EBAB727DFD12}" dt="2026-04-18T13:04:46.127" v="567" actId="403"/>
          <ac:spMkLst>
            <pc:docMk/>
            <pc:sldMk cId="2805269521" sldId="260"/>
            <ac:spMk id="3" creationId="{CB511744-1841-7314-5231-7CC4C07DDED0}"/>
          </ac:spMkLst>
        </pc:spChg>
        <pc:picChg chg="del">
          <ac:chgData name="Admin Admin" userId="4d3ef730edd828b5" providerId="LiveId" clId="{E2136BF4-BEFC-445B-82FB-EBAB727DFD12}" dt="2026-04-18T12:55:04.404" v="375" actId="478"/>
          <ac:picMkLst>
            <pc:docMk/>
            <pc:sldMk cId="2805269521" sldId="260"/>
            <ac:picMk id="6" creationId="{66AA5D00-A859-74EC-5D52-76CAE9F9DDA7}"/>
          </ac:picMkLst>
        </pc:picChg>
        <pc:picChg chg="add mod">
          <ac:chgData name="Admin Admin" userId="4d3ef730edd828b5" providerId="LiveId" clId="{E2136BF4-BEFC-445B-82FB-EBAB727DFD12}" dt="2026-04-18T13:01:58.613" v="536" actId="14100"/>
          <ac:picMkLst>
            <pc:docMk/>
            <pc:sldMk cId="2805269521" sldId="260"/>
            <ac:picMk id="7" creationId="{177203B5-2594-F8B8-B1C4-BC435B7174F2}"/>
          </ac:picMkLst>
        </pc:picChg>
        <pc:picChg chg="del">
          <ac:chgData name="Admin Admin" userId="4d3ef730edd828b5" providerId="LiveId" clId="{E2136BF4-BEFC-445B-82FB-EBAB727DFD12}" dt="2026-04-18T12:55:02.749" v="374" actId="478"/>
          <ac:picMkLst>
            <pc:docMk/>
            <pc:sldMk cId="2805269521" sldId="260"/>
            <ac:picMk id="8" creationId="{05230839-6C87-DF55-6D8E-ECA034026D45}"/>
          </ac:picMkLst>
        </pc:picChg>
      </pc:sldChg>
      <pc:sldChg chg="addSp modSp mod">
        <pc:chgData name="Admin Admin" userId="4d3ef730edd828b5" providerId="LiveId" clId="{E2136BF4-BEFC-445B-82FB-EBAB727DFD12}" dt="2026-04-18T12:50:42.310" v="234" actId="2711"/>
        <pc:sldMkLst>
          <pc:docMk/>
          <pc:sldMk cId="1263363521" sldId="261"/>
        </pc:sldMkLst>
        <pc:spChg chg="mod">
          <ac:chgData name="Admin Admin" userId="4d3ef730edd828b5" providerId="LiveId" clId="{E2136BF4-BEFC-445B-82FB-EBAB727DFD12}" dt="2026-04-18T12:50:12.130" v="228" actId="5793"/>
          <ac:spMkLst>
            <pc:docMk/>
            <pc:sldMk cId="1263363521" sldId="261"/>
            <ac:spMk id="3" creationId="{4B9409AF-1BD6-CFDC-B172-AD3D38536AC2}"/>
          </ac:spMkLst>
        </pc:spChg>
        <pc:spChg chg="add mod">
          <ac:chgData name="Admin Admin" userId="4d3ef730edd828b5" providerId="LiveId" clId="{E2136BF4-BEFC-445B-82FB-EBAB727DFD12}" dt="2026-04-18T12:50:42.310" v="234" actId="2711"/>
          <ac:spMkLst>
            <pc:docMk/>
            <pc:sldMk cId="1263363521" sldId="261"/>
            <ac:spMk id="6" creationId="{0FCC33F4-C08D-74CB-72EB-4CC853F35BBD}"/>
          </ac:spMkLst>
        </pc:spChg>
      </pc:sldChg>
      <pc:sldChg chg="modSp mod">
        <pc:chgData name="Admin Admin" userId="4d3ef730edd828b5" providerId="LiveId" clId="{E2136BF4-BEFC-445B-82FB-EBAB727DFD12}" dt="2026-04-18T12:47:41.692" v="192" actId="27636"/>
        <pc:sldMkLst>
          <pc:docMk/>
          <pc:sldMk cId="752607158" sldId="262"/>
        </pc:sldMkLst>
        <pc:spChg chg="mod">
          <ac:chgData name="Admin Admin" userId="4d3ef730edd828b5" providerId="LiveId" clId="{E2136BF4-BEFC-445B-82FB-EBAB727DFD12}" dt="2026-04-18T12:47:41.692" v="192" actId="27636"/>
          <ac:spMkLst>
            <pc:docMk/>
            <pc:sldMk cId="752607158" sldId="262"/>
            <ac:spMk id="3" creationId="{D3AB1971-AF7F-80EE-26ED-EA8A7E8C7C21}"/>
          </ac:spMkLst>
        </pc:spChg>
      </pc:sldChg>
      <pc:sldChg chg="addSp delSp modSp mod">
        <pc:chgData name="Admin Admin" userId="4d3ef730edd828b5" providerId="LiveId" clId="{E2136BF4-BEFC-445B-82FB-EBAB727DFD12}" dt="2026-04-18T12:45:15.414" v="186" actId="2711"/>
        <pc:sldMkLst>
          <pc:docMk/>
          <pc:sldMk cId="1837271227" sldId="263"/>
        </pc:sldMkLst>
        <pc:spChg chg="del mod">
          <ac:chgData name="Admin Admin" userId="4d3ef730edd828b5" providerId="LiveId" clId="{E2136BF4-BEFC-445B-82FB-EBAB727DFD12}" dt="2026-04-18T12:40:35.422" v="132" actId="21"/>
          <ac:spMkLst>
            <pc:docMk/>
            <pc:sldMk cId="1837271227" sldId="263"/>
            <ac:spMk id="3" creationId="{D43F1624-D8B0-39D8-1C6F-BCD4B3C0201E}"/>
          </ac:spMkLst>
        </pc:spChg>
        <pc:spChg chg="add del mod">
          <ac:chgData name="Admin Admin" userId="4d3ef730edd828b5" providerId="LiveId" clId="{E2136BF4-BEFC-445B-82FB-EBAB727DFD12}" dt="2026-04-18T12:43:33.466" v="147" actId="21"/>
          <ac:spMkLst>
            <pc:docMk/>
            <pc:sldMk cId="1837271227" sldId="263"/>
            <ac:spMk id="6" creationId="{A6758CEE-30D8-D0B7-495B-FE3F423514CB}"/>
          </ac:spMkLst>
        </pc:spChg>
        <pc:spChg chg="add del mod">
          <ac:chgData name="Admin Admin" userId="4d3ef730edd828b5" providerId="LiveId" clId="{E2136BF4-BEFC-445B-82FB-EBAB727DFD12}" dt="2026-04-18T12:40:43.935" v="136"/>
          <ac:spMkLst>
            <pc:docMk/>
            <pc:sldMk cId="1837271227" sldId="263"/>
            <ac:spMk id="8" creationId="{0AFC6B2A-DAEF-3A55-9E08-BFCC0A59E260}"/>
          </ac:spMkLst>
        </pc:spChg>
        <pc:spChg chg="add mod">
          <ac:chgData name="Admin Admin" userId="4d3ef730edd828b5" providerId="LiveId" clId="{E2136BF4-BEFC-445B-82FB-EBAB727DFD12}" dt="2026-04-18T12:40:40.514" v="134"/>
          <ac:spMkLst>
            <pc:docMk/>
            <pc:sldMk cId="1837271227" sldId="263"/>
            <ac:spMk id="9" creationId="{D43F1624-D8B0-39D8-1C6F-BCD4B3C0201E}"/>
          </ac:spMkLst>
        </pc:spChg>
        <pc:spChg chg="add mod">
          <ac:chgData name="Admin Admin" userId="4d3ef730edd828b5" providerId="LiveId" clId="{E2136BF4-BEFC-445B-82FB-EBAB727DFD12}" dt="2026-04-18T12:43:37.321" v="148" actId="20577"/>
          <ac:spMkLst>
            <pc:docMk/>
            <pc:sldMk cId="1837271227" sldId="263"/>
            <ac:spMk id="10" creationId="{F346B790-087A-5DBD-182F-135E4F2FE71A}"/>
          </ac:spMkLst>
        </pc:spChg>
        <pc:spChg chg="add mod">
          <ac:chgData name="Admin Admin" userId="4d3ef730edd828b5" providerId="LiveId" clId="{E2136BF4-BEFC-445B-82FB-EBAB727DFD12}" dt="2026-04-18T12:43:38.237" v="149"/>
          <ac:spMkLst>
            <pc:docMk/>
            <pc:sldMk cId="1837271227" sldId="263"/>
            <ac:spMk id="11" creationId="{A6758CEE-30D8-D0B7-495B-FE3F423514CB}"/>
          </ac:spMkLst>
        </pc:spChg>
        <pc:spChg chg="add mod">
          <ac:chgData name="Admin Admin" userId="4d3ef730edd828b5" providerId="LiveId" clId="{E2136BF4-BEFC-445B-82FB-EBAB727DFD12}" dt="2026-04-18T12:45:15.414" v="186" actId="2711"/>
          <ac:spMkLst>
            <pc:docMk/>
            <pc:sldMk cId="1837271227" sldId="263"/>
            <ac:spMk id="12" creationId="{215B3E87-CF58-366C-454D-E2A123449E35}"/>
          </ac:spMkLst>
        </pc:spChg>
      </pc:sldChg>
      <pc:sldChg chg="addSp delSp modSp mod">
        <pc:chgData name="Admin Admin" userId="4d3ef730edd828b5" providerId="LiveId" clId="{E2136BF4-BEFC-445B-82FB-EBAB727DFD12}" dt="2026-04-18T13:04:38.147" v="566" actId="2711"/>
        <pc:sldMkLst>
          <pc:docMk/>
          <pc:sldMk cId="3068120339" sldId="264"/>
        </pc:sldMkLst>
        <pc:spChg chg="mod">
          <ac:chgData name="Admin Admin" userId="4d3ef730edd828b5" providerId="LiveId" clId="{E2136BF4-BEFC-445B-82FB-EBAB727DFD12}" dt="2026-04-18T13:04:38.147" v="566" actId="2711"/>
          <ac:spMkLst>
            <pc:docMk/>
            <pc:sldMk cId="3068120339" sldId="264"/>
            <ac:spMk id="3" creationId="{5481DD49-2B31-B5DE-1072-47D8565B3949}"/>
          </ac:spMkLst>
        </pc:spChg>
        <pc:picChg chg="del">
          <ac:chgData name="Admin Admin" userId="4d3ef730edd828b5" providerId="LiveId" clId="{E2136BF4-BEFC-445B-82FB-EBAB727DFD12}" dt="2026-04-18T12:58:17.185" v="484" actId="478"/>
          <ac:picMkLst>
            <pc:docMk/>
            <pc:sldMk cId="3068120339" sldId="264"/>
            <ac:picMk id="6" creationId="{135D7BC5-47A1-DD3E-4EE2-055E0BBCA84C}"/>
          </ac:picMkLst>
        </pc:picChg>
        <pc:picChg chg="add mod">
          <ac:chgData name="Admin Admin" userId="4d3ef730edd828b5" providerId="LiveId" clId="{E2136BF4-BEFC-445B-82FB-EBAB727DFD12}" dt="2026-04-18T12:58:54.338" v="490" actId="14100"/>
          <ac:picMkLst>
            <pc:docMk/>
            <pc:sldMk cId="3068120339" sldId="264"/>
            <ac:picMk id="7" creationId="{2BFB32A5-E597-1335-CDA9-470AD005507C}"/>
          </ac:picMkLst>
        </pc:picChg>
      </pc:sldChg>
      <pc:sldChg chg="addSp modSp mod">
        <pc:chgData name="Admin Admin" userId="4d3ef730edd828b5" providerId="LiveId" clId="{E2136BF4-BEFC-445B-82FB-EBAB727DFD12}" dt="2026-04-18T12:53:45.687" v="373" actId="14100"/>
        <pc:sldMkLst>
          <pc:docMk/>
          <pc:sldMk cId="1164879705" sldId="265"/>
        </pc:sldMkLst>
        <pc:spChg chg="mod">
          <ac:chgData name="Admin Admin" userId="4d3ef730edd828b5" providerId="LiveId" clId="{E2136BF4-BEFC-445B-82FB-EBAB727DFD12}" dt="2026-04-18T12:53:34.719" v="371" actId="20577"/>
          <ac:spMkLst>
            <pc:docMk/>
            <pc:sldMk cId="1164879705" sldId="265"/>
            <ac:spMk id="3" creationId="{E39BF234-03FB-99B7-1FAD-E73A077F6A4D}"/>
          </ac:spMkLst>
        </pc:spChg>
        <pc:spChg chg="add mod">
          <ac:chgData name="Admin Admin" userId="4d3ef730edd828b5" providerId="LiveId" clId="{E2136BF4-BEFC-445B-82FB-EBAB727DFD12}" dt="2026-04-18T12:53:45.687" v="373" actId="14100"/>
          <ac:spMkLst>
            <pc:docMk/>
            <pc:sldMk cId="1164879705" sldId="265"/>
            <ac:spMk id="6" creationId="{B2F39DA0-D5C6-9FB1-9382-59684E9A3BB0}"/>
          </ac:spMkLst>
        </pc:spChg>
      </pc:sldChg>
      <pc:sldChg chg="addSp delSp modSp add mod">
        <pc:chgData name="Admin Admin" userId="4d3ef730edd828b5" providerId="LiveId" clId="{E2136BF4-BEFC-445B-82FB-EBAB727DFD12}" dt="2026-04-18T13:04:25.235" v="565" actId="2711"/>
        <pc:sldMkLst>
          <pc:docMk/>
          <pc:sldMk cId="274102226" sldId="266"/>
        </pc:sldMkLst>
        <pc:spChg chg="mod">
          <ac:chgData name="Admin Admin" userId="4d3ef730edd828b5" providerId="LiveId" clId="{E2136BF4-BEFC-445B-82FB-EBAB727DFD12}" dt="2026-04-18T13:04:25.235" v="565" actId="2711"/>
          <ac:spMkLst>
            <pc:docMk/>
            <pc:sldMk cId="274102226" sldId="266"/>
            <ac:spMk id="3" creationId="{01688EDC-BA40-D2F6-76EA-45072DBE2A9A}"/>
          </ac:spMkLst>
        </pc:spChg>
        <pc:picChg chg="add mod">
          <ac:chgData name="Admin Admin" userId="4d3ef730edd828b5" providerId="LiveId" clId="{E2136BF4-BEFC-445B-82FB-EBAB727DFD12}" dt="2026-04-18T12:59:54.906" v="496"/>
          <ac:picMkLst>
            <pc:docMk/>
            <pc:sldMk cId="274102226" sldId="266"/>
            <ac:picMk id="6" creationId="{3B530DBB-8F32-516A-4886-B19676BFE205}"/>
          </ac:picMkLst>
        </pc:picChg>
        <pc:picChg chg="add del">
          <ac:chgData name="Admin Admin" userId="4d3ef730edd828b5" providerId="LiveId" clId="{E2136BF4-BEFC-445B-82FB-EBAB727DFD12}" dt="2026-04-18T12:59:59.583" v="499" actId="478"/>
          <ac:picMkLst>
            <pc:docMk/>
            <pc:sldMk cId="274102226" sldId="266"/>
            <ac:picMk id="7" creationId="{FF031CED-07C0-4E59-2946-96002303E4DF}"/>
          </ac:picMkLst>
        </pc:picChg>
        <pc:picChg chg="add mod">
          <ac:chgData name="Admin Admin" userId="4d3ef730edd828b5" providerId="LiveId" clId="{E2136BF4-BEFC-445B-82FB-EBAB727DFD12}" dt="2026-04-18T13:01:48.407" v="534" actId="14100"/>
          <ac:picMkLst>
            <pc:docMk/>
            <pc:sldMk cId="274102226" sldId="266"/>
            <ac:picMk id="8" creationId="{EBFFE209-5F0E-4366-D6AE-AA4AAE07AAD8}"/>
          </ac:picMkLst>
        </pc:picChg>
      </pc:sldChg>
      <pc:sldChg chg="addSp delSp modSp add mod">
        <pc:chgData name="Admin Admin" userId="4d3ef730edd828b5" providerId="LiveId" clId="{E2136BF4-BEFC-445B-82FB-EBAB727DFD12}" dt="2026-04-18T13:04:16.169" v="564" actId="2711"/>
        <pc:sldMkLst>
          <pc:docMk/>
          <pc:sldMk cId="2948269184" sldId="267"/>
        </pc:sldMkLst>
        <pc:spChg chg="mod">
          <ac:chgData name="Admin Admin" userId="4d3ef730edd828b5" providerId="LiveId" clId="{E2136BF4-BEFC-445B-82FB-EBAB727DFD12}" dt="2026-04-18T13:04:16.169" v="564" actId="2711"/>
          <ac:spMkLst>
            <pc:docMk/>
            <pc:sldMk cId="2948269184" sldId="267"/>
            <ac:spMk id="3" creationId="{C2E46B86-FB42-48B8-7F96-EC5F0EE65AC7}"/>
          </ac:spMkLst>
        </pc:spChg>
        <pc:picChg chg="add mod">
          <ac:chgData name="Admin Admin" userId="4d3ef730edd828b5" providerId="LiveId" clId="{E2136BF4-BEFC-445B-82FB-EBAB727DFD12}" dt="2026-04-18T13:02:45.650" v="543" actId="1076"/>
          <ac:picMkLst>
            <pc:docMk/>
            <pc:sldMk cId="2948269184" sldId="267"/>
            <ac:picMk id="6" creationId="{F24F4605-0C39-D46E-233A-F04B4094CC32}"/>
          </ac:picMkLst>
        </pc:picChg>
        <pc:picChg chg="add mod">
          <ac:chgData name="Admin Admin" userId="4d3ef730edd828b5" providerId="LiveId" clId="{E2136BF4-BEFC-445B-82FB-EBAB727DFD12}" dt="2026-04-18T13:03:44.679" v="549" actId="14100"/>
          <ac:picMkLst>
            <pc:docMk/>
            <pc:sldMk cId="2948269184" sldId="267"/>
            <ac:picMk id="7" creationId="{352C22A0-0586-D72C-983D-5FD1F262D055}"/>
          </ac:picMkLst>
        </pc:picChg>
        <pc:picChg chg="del">
          <ac:chgData name="Admin Admin" userId="4d3ef730edd828b5" providerId="LiveId" clId="{E2136BF4-BEFC-445B-82FB-EBAB727DFD12}" dt="2026-04-18T13:02:23.749" v="538" actId="478"/>
          <ac:picMkLst>
            <pc:docMk/>
            <pc:sldMk cId="2948269184" sldId="267"/>
            <ac:picMk id="8" creationId="{87768C2B-F512-F2A2-D4BE-EE0E83F45DA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EF56DB-6447-4E9A-8D0B-327B958AB26D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76D98-D61B-4655-9F07-885518B2E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2F0ED-5252-4C0D-3BA2-BA6ECDF90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F6E366-4DE2-8E81-1DC3-0AEE197AF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19ECA-A45F-0986-41DE-E73470F3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8A127-BB09-41A4-B1CB-CF09F8E9604A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C80E-2DDD-1136-4BC6-B4406DBF7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6432E-64B5-4716-F794-CD0C848FE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28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75F44-3844-F881-3DC9-E55F3A5B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5DD6E-70DC-EC37-F363-8CA0371D4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84CC4-4338-D905-6FCE-6141610CE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9C543-C1A5-4BB5-A80B-9531F5C51CEB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6F4CB-E19E-BF21-CA04-20FBF9E0B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561CA-A7D9-921E-283C-D2D26EC9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8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F0DB8-4328-6842-4C20-194E16496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C16DD-B055-C373-DB9C-1095E3A7F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08B3A-5B20-B104-4DC9-F294FE85D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ABE-BEC8-4A12-8AF2-3E9347C9F9C5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F6EF1-C2BF-E0B8-5AD2-1E80894A9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C3E5B-79C1-F551-EB78-424972E4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7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FA2CF-D4B2-C0EA-7D8B-9997981DF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EC816-FAB0-61B5-B8A9-3CEEDE3AC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88030-9606-40F3-F568-569861E67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6BC2E-18CA-513E-BBD3-A4A6A4682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CA91-FD83-4EFE-93EA-63992C03614F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0C424-8EE7-DCF3-92CA-9943CA217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02771-6578-A3F3-2DE5-957F26935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01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A56EB-15F3-DA5A-FC5F-C8A9854DF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F55B3-769C-0F68-56E4-09A31651F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390E3-482E-14E5-E93E-3EFDFCA02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5F7FD4-A0A2-100E-247B-0439DA6A8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B19785-7F9E-F7E7-9989-FBA2A2436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9BF4CB-4B11-6795-84C1-91B139428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C43A-13E2-48A2-BAE5-CC73887FC199}" type="datetime1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2FCB82-5972-D333-E21C-DF24F6BCF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2211A-324E-9069-32B0-8F509730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8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0A965-A2B0-80BB-C6BA-CCCFA272A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A2016-FBBB-4A1F-6F9E-FE6A63DE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C5D3-416C-4131-8BC9-E71DA97D5A64}" type="datetime1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E845DF-F961-5466-32C3-C6385060C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E057F6-928A-6D9F-4161-C04DEAA83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7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B366D7-6680-4FD6-C029-DC5C0BB2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93-8386-48B7-BB85-87C0949B2086}" type="datetime1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79984-8567-91CB-0310-29A3752B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C7A0D-606C-3BF9-8DBE-908D8096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76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684C1-8596-31A1-180D-C7EC5332B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762C2-B7CC-ADA3-9D39-3541B3FE5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5A5F9-7E68-401F-C3BB-09FB74F82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F73E6-ECB8-2943-41D8-05812D848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F398-88D3-4D2F-9F7E-785BF8AD0274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B5AF7-95CA-05D2-1119-F667C7B6F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99C23-C916-AE53-9371-42CF3819D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91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9AC56-39A4-2278-722C-617F9F770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FAD1B2-1942-74FB-C400-0DB0C13B9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DA8F38-E9BE-47E4-7662-3CD4AECCB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8AE0B-2CCA-EDA3-1B80-8F2E1DF84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94C1-07AC-4775-8A4F-70BB05306BF7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B1342-9AFD-57F0-2E90-76ECCEAFA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180B8-E20A-6138-1A1C-1E980CAD4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94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050B6-05B4-E3FE-22C0-B823946C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4B519-CE0F-EF5E-0363-067F1B0DB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2CA70-5E41-1433-D1D4-58B7EECA7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F149-3A71-4B38-9BDE-7A4D7C7AB1AD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7E013-1DD3-69EC-2DB2-F95CD3491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2FAA7-8459-22BB-DD92-45D2DCDB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65F096-56EB-9C2E-FB81-FEE0A0CAD9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2D9855-6F39-E67A-6BE9-0AC527E97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113E1-9951-703E-A152-D5CEEC0EE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5CF1-83E4-4056-B983-BD617F30DAFA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63D87-637E-E53B-45EF-5E53B292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677AB-ED08-1C04-AEC4-B8B3B85B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2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4DB59C-E06D-9064-D0E9-EE878347C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B2644-B987-EA40-64D1-C253A45B0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C9483-BDE6-AF2E-5EF6-5FD8C63DA8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A37CB-3111-4E43-978B-840B0C3E984E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45DA1-9E37-8BE4-5FD8-308623973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78D0E-8A6B-A368-9312-1F3C29DDB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27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arshiniJayakumar/Harshini-J_ML_Mini_Project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nalyticsvidhya.com/" TargetMode="External"/><Relationship Id="rId3" Type="http://schemas.openxmlformats.org/officeDocument/2006/relationships/hyperlink" Target="https://scikit-learn.org/stable/" TargetMode="External"/><Relationship Id="rId7" Type="http://schemas.openxmlformats.org/officeDocument/2006/relationships/hyperlink" Target="https://towardsdatascience.com/" TargetMode="External"/><Relationship Id="rId2" Type="http://schemas.openxmlformats.org/officeDocument/2006/relationships/hyperlink" Target="https://www.kaggle.com/dataset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machine-learning/" TargetMode="External"/><Relationship Id="rId5" Type="http://schemas.openxmlformats.org/officeDocument/2006/relationships/hyperlink" Target="https://docs.python.org/3/" TargetMode="External"/><Relationship Id="rId4" Type="http://schemas.openxmlformats.org/officeDocument/2006/relationships/hyperlink" Target="https://docs.streamlit.i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F15FA6-086D-491A-B175-0CA4656FBDCB}"/>
              </a:ext>
            </a:extLst>
          </p:cNvPr>
          <p:cNvPicPr/>
          <p:nvPr/>
        </p:nvPicPr>
        <p:blipFill>
          <a:blip r:embed="rId2" cstate="print"/>
          <a:srcRect l="21229" t="27213" r="21523" b="35253"/>
          <a:stretch>
            <a:fillRect/>
          </a:stretch>
        </p:blipFill>
        <p:spPr bwMode="auto">
          <a:xfrm>
            <a:off x="3256548" y="136525"/>
            <a:ext cx="4776536" cy="834189"/>
          </a:xfrm>
          <a:prstGeom prst="rect">
            <a:avLst/>
          </a:prstGeom>
          <a:ln>
            <a:headEnd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BEE647A-5606-A6E5-93DB-A43A8FC2D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138" y="1251284"/>
            <a:ext cx="10812378" cy="2458586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 (ARTIFICIAL INTELLIGENCE AND MACHINE LEARNING)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2025 - 2026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 IV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LABORATORY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REVIEW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PERFORMANCE PREDICTION SYSTEM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39E0012-B3AF-E718-6BBA-5D37629E4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5631421"/>
              </p:ext>
            </p:extLst>
          </p:nvPr>
        </p:nvGraphicFramePr>
        <p:xfrm>
          <a:off x="2098841" y="3845961"/>
          <a:ext cx="8392696" cy="24585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16485">
                  <a:extLst>
                    <a:ext uri="{9D8B030D-6E8A-4147-A177-3AD203B41FA5}">
                      <a16:colId xmlns:a16="http://schemas.microsoft.com/office/drawing/2014/main" val="1924387309"/>
                    </a:ext>
                  </a:extLst>
                </a:gridCol>
                <a:gridCol w="6176211">
                  <a:extLst>
                    <a:ext uri="{9D8B030D-6E8A-4147-A177-3AD203B41FA5}">
                      <a16:colId xmlns:a16="http://schemas.microsoft.com/office/drawing/2014/main" val="471423325"/>
                    </a:ext>
                  </a:extLst>
                </a:gridCol>
              </a:tblGrid>
              <a:tr h="486314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REGISTER NUMBER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2117240030045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70341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HARSHINI 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366592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965190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SECTION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06844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FACULTY IN-CHARGE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Mrs. M. Divya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199969"/>
                  </a:ext>
                </a:extLst>
              </a:tr>
            </a:tbl>
          </a:graphicData>
        </a:graphic>
      </p:graphicFrame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6B174A57-15CE-2FFD-86D9-B7E846924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B098-7844-408D-9BB3-6B083FBEE8AA}" type="datetime1">
              <a:rPr lang="en-US" smtClean="0"/>
              <a:t>4/18/2026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873981-939E-932D-DBE2-6B02CC92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93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E759A-0732-65F8-ABFC-93E81441B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PROBLEM STATEMENT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F5BCC-B36E-DFE5-103F-31FA1263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53399-F526-B4B1-D444-32B3A164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2</a:t>
            </a:fld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9C49346-A73D-0B54-6247-FB3BCE12EE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519417"/>
            <a:ext cx="1008543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student evaluation methods mainly depend on examination marks, assignments, and manual assessment.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methods may not accurately identify weak or low-performing students at an early stage.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performance is influenced by several factors such as study hours, attendance percentage, subject scores, age, and internet usage.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Analyzing all these factors manually can be difficult, time-consuming, and less efficient.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Without early prediction, students may miss the chance to improve their academic performance on time.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Teachers and institutions need a smart system to monitor student progress effectively.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Therefore, a machine learning-based prediction system is required to forecast student grades and provide timely support and recommendations. </a:t>
            </a:r>
          </a:p>
        </p:txBody>
      </p:sp>
    </p:spTree>
    <p:extLst>
      <p:ext uri="{BB962C8B-B14F-4D97-AF65-F5344CB8AC3E}">
        <p14:creationId xmlns:p14="http://schemas.microsoft.com/office/powerpoint/2010/main" val="181661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CC068-5F54-97E8-2F1C-0538F1126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2B1AF-B7ED-6DDA-888D-9BCAF08EA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593AB-ABA6-D8E8-42D9-A38FB7B4D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E40CC-B05F-6325-A926-99504CD4A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3</a:t>
            </a:fld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E00BF6F-BE3D-EA2A-8C7A-115916C25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905" y="590325"/>
            <a:ext cx="11042249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is a branch of Artificial Intelligence that enables systems to learn from data and make predictions automatically.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uses historical data to identify patterns and generate accurate future results.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the education sector, Machine Learning is used to analyze student records and predict academic performance.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performance depends on several factors such as study hours, attendance percentage, subject scores, age, and internet usage.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Classifier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which is a supervised learning algorithm used for classification tasks.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creates multiple decision trees during training and combines their outputs using majority voting.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method improves prediction accuracy and reduces overfitting compared to a single Decision Tree.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predicts student grades such as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A, B, C, and 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based on the given input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also helps teachers identify weak students early and provide timely academic support. </a:t>
            </a:r>
          </a:p>
        </p:txBody>
      </p:sp>
    </p:spTree>
    <p:extLst>
      <p:ext uri="{BB962C8B-B14F-4D97-AF65-F5344CB8AC3E}">
        <p14:creationId xmlns:p14="http://schemas.microsoft.com/office/powerpoint/2010/main" val="2832692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C435A-10F7-BFC5-00EC-58E40C445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62645-36EF-8091-6776-B59E845FD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90121-F38D-D79C-3D65-B6D35C0C1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EE3686-D39B-BA2A-7691-6B642EA98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4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346B790-087A-5DBD-182F-135E4F2FE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734" y="914400"/>
            <a:ext cx="10775066" cy="52625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400" b="1" u="sng" dirty="0"/>
              <a:t>ALGORITHM</a:t>
            </a:r>
          </a:p>
          <a:p>
            <a:pPr marL="0" lvl="0" indent="0">
              <a:buNone/>
            </a:pPr>
            <a:endParaRPr lang="en-US" sz="2400" b="1" u="sng" dirty="0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215B3E87-CF58-366C-454D-E2A123449E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734" y="-5811368"/>
            <a:ext cx="9967346" cy="1194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Load student dataset (age, study hours, attendance, subject scores).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 data and create new feature (internet usage + overall score).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Assign grade based on overall score (A, B, C, D) and encode labels.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 input features and target variable.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Split data into training (80%) and testing (20%) sets.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Classifier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Take user input and predict student grade.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 using accuracy, precision, recall, F1-score, and confusion matrix.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 prediction results with graphs and recommendations.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 interactive dashboard using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prediction.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Visualize feature importance to understand key factors affecting performance.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 correlation heatmap to analyze relationships between variables.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personalized academic recommendations based on prediction results.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model performance using multiple decision trees (ensemble learning).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real-time user interaction through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web application. </a:t>
            </a:r>
          </a:p>
        </p:txBody>
      </p:sp>
    </p:spTree>
    <p:extLst>
      <p:ext uri="{BB962C8B-B14F-4D97-AF65-F5344CB8AC3E}">
        <p14:creationId xmlns:p14="http://schemas.microsoft.com/office/powerpoint/2010/main" val="1837271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34F6B-2294-8100-6428-71DD4A23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76350-5987-57CB-5096-A77DCA200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IMPLEMENTATION AND CODE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9904C-7E5E-5862-ACA4-167CDBC50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r>
              <a:rPr lang="en-GB" dirty="0"/>
              <a:t>Link to code in Git-hub Repository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C0E82-F7C5-E4B3-8BB9-1583AC63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75014-201C-1110-C957-46A30A1C2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CDE9EAC-96DA-1FB7-EA39-187A024E6A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106257"/>
              </p:ext>
            </p:extLst>
          </p:nvPr>
        </p:nvGraphicFramePr>
        <p:xfrm>
          <a:off x="2032000" y="2408902"/>
          <a:ext cx="8999794" cy="1199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0710">
                  <a:extLst>
                    <a:ext uri="{9D8B030D-6E8A-4147-A177-3AD203B41FA5}">
                      <a16:colId xmlns:a16="http://schemas.microsoft.com/office/drawing/2014/main" val="1391983633"/>
                    </a:ext>
                  </a:extLst>
                </a:gridCol>
                <a:gridCol w="5329084">
                  <a:extLst>
                    <a:ext uri="{9D8B030D-6E8A-4147-A177-3AD203B41FA5}">
                      <a16:colId xmlns:a16="http://schemas.microsoft.com/office/drawing/2014/main" val="1413214934"/>
                    </a:ext>
                  </a:extLst>
                </a:gridCol>
              </a:tblGrid>
              <a:tr h="1199537">
                <a:tc>
                  <a:txBody>
                    <a:bodyPr/>
                    <a:lstStyle/>
                    <a:p>
                      <a:r>
                        <a:rPr lang="en-GB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report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71168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FBC6078-AF91-1F9B-84F8-ECB37F7926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8533917"/>
              </p:ext>
            </p:extLst>
          </p:nvPr>
        </p:nvGraphicFramePr>
        <p:xfrm>
          <a:off x="5968182" y="2723535"/>
          <a:ext cx="4434347" cy="7400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434347">
                  <a:extLst>
                    <a:ext uri="{9D8B030D-6E8A-4147-A177-3AD203B41FA5}">
                      <a16:colId xmlns:a16="http://schemas.microsoft.com/office/drawing/2014/main" val="475511920"/>
                    </a:ext>
                  </a:extLst>
                </a:gridCol>
              </a:tblGrid>
              <a:tr h="740005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1" u="sng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https://github.com/HarshiniJayakumar/Harshini-J_ML_Mini_Project</a:t>
                      </a:r>
                      <a:endParaRPr lang="en-IN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198386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DB6683D-B330-11BD-A370-D1DD86CB00FE}"/>
              </a:ext>
            </a:extLst>
          </p:cNvPr>
          <p:cNvSpPr txBox="1"/>
          <p:nvPr/>
        </p:nvSpPr>
        <p:spPr>
          <a:xfrm>
            <a:off x="2104103" y="2723535"/>
            <a:ext cx="3372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Git Hub Link of the project and report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9586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55069-71B1-83F0-E5F5-B02F8F57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58887-D4AD-6383-79D6-F528D3482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11744-1841-7314-5231-7CC4C07DD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 interface is the interactive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where users enter student details such as age, study hours, attendance, and subject scores. It allows real-time data input and instantly displays the predicted performance results along with confidence score and recommendations.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BACE5-322B-3F55-2CA9-8E1D41170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D1AF6B-7EFE-60E0-2350-AE083D01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7203B5-2594-F8B8-B1C4-BC435B7174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7226" y="1544955"/>
            <a:ext cx="6400799" cy="332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269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8E5AF-DA73-E1F9-355F-D1FD7D7BD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4E80F-0097-E9C3-7382-360052E7B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1DD49-2B31-B5DE-1072-47D8565B3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metrics dashboard displays the performance of the machine learning model using evaluation measures such as accuracy, precision, recall, F1-score, R² score, and confusion matrix. It helps to understand how well the model is predicting student performance.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8410B-BCDE-C84E-52FF-8E1CC2261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CE6E0F-A9EE-2542-7F8C-4E2ECB888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FB32A5-E597-1335-CDA9-470AD00550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574" y="1255400"/>
            <a:ext cx="7098892" cy="3704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120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DE194-4ECC-DEF7-3207-7A16A8370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FBD7E-17FA-D6FE-9F00-BD04E2159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88EDC-BA40-D2F6-76EA-45072DBE2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confusion matrix shows the number of correct and incorrect predictions made by the model for each grade category (A, B, C, D), helping to evaluate classification performance.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prediction section displays the final output grade for a student based on input features along with the overall score.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2004D-3478-6901-4D27-F0BD4392A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3E140C-4693-0A12-37A8-A014ED183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FFE209-5F0E-4366-D6AE-AA4AAE07AA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678" y="1189704"/>
            <a:ext cx="6194322" cy="35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02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6BC98-9C87-39B7-1B3E-6F234B4C0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998EF-F151-78AA-EF9B-D6357A63C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46B86-FB42-48B8-7F96-EC5F0EE65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visualization shows data insights using simple graphs like bar charts, heatmaps, and scatter plots to understand student performance.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give easy tips to students like improving study time, maintaining attendance, and focusing on weak subjects.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7C410-F8FC-556E-7810-F98251D78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45D779-983D-70A8-659D-C5DD3F44E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4F4605-0C39-D46E-233A-F04B4094CC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736" y="1087939"/>
            <a:ext cx="5233219" cy="37169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2C22A0-0586-D72C-983D-5FD1F262D05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" r="340"/>
          <a:stretch>
            <a:fillRect/>
          </a:stretch>
        </p:blipFill>
        <p:spPr bwMode="auto">
          <a:xfrm>
            <a:off x="6685936" y="1602658"/>
            <a:ext cx="5004620" cy="236957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948269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63ECA-B59E-8742-1165-9911D2A45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B2EF6-B936-B9EB-24E4-C84A06240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409AF-1BD6-CFDC-B172-AD3D38536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>
            <a:normAutofit/>
          </a:bodyPr>
          <a:lstStyle/>
          <a:p>
            <a:pPr lvl="0"/>
            <a:endParaRPr lang="en-GB" sz="2000" b="1" dirty="0"/>
          </a:p>
          <a:p>
            <a:pPr marL="0" lvl="0" indent="0">
              <a:buNone/>
            </a:pPr>
            <a:r>
              <a:rPr lang="en-GB" sz="2200" b="1" dirty="0"/>
              <a:t>Results</a:t>
            </a:r>
            <a:endParaRPr lang="en-US" sz="2000" b="1" dirty="0"/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73938-5370-329C-27AB-D82ECB9D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83B3C-8735-B8FC-8D50-B919B347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FCC33F4-C08D-74CB-72EB-4CC853F35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441" y="-4596106"/>
            <a:ext cx="10119359" cy="981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predicts student performance as grades (A, B, C, D).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Random Forest Classifier provides reliable and stable prediction results.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factors such as study hours, attendance percentage, and subject scores significantly impact performance.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dashboard enables real-time user interaction and instant prediction.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visualizations (graphs and heatmaps) help in better understanding student behavior patterns.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 evaluation shows good performance using accuracy, precision, recall, and F1-score.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receive immediate predicted grade along with confidence score and insights. </a:t>
            </a:r>
          </a:p>
        </p:txBody>
      </p:sp>
    </p:spTree>
    <p:extLst>
      <p:ext uri="{BB962C8B-B14F-4D97-AF65-F5344CB8AC3E}">
        <p14:creationId xmlns:p14="http://schemas.microsoft.com/office/powerpoint/2010/main" val="1263363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B1F08-ACBA-74D4-21C7-1877C96BE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D231F-4F31-F7C1-0756-E5AB66863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BF234-03FB-99B7-1FAD-E73A077F6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>
            <a:normAutofit/>
          </a:bodyPr>
          <a:lstStyle/>
          <a:p>
            <a:pPr lvl="0"/>
            <a:endParaRPr lang="en-US" sz="2000" b="1" dirty="0"/>
          </a:p>
          <a:p>
            <a:pPr marL="0" lvl="0" indent="0">
              <a:buNone/>
            </a:pPr>
            <a:r>
              <a:rPr lang="en-US" sz="2000" b="1" dirty="0"/>
              <a:t>Future enhancements</a:t>
            </a: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B2E9B-C1CA-3A86-8D9B-E24009B63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D22F1A-313A-2BA7-A778-DA35C0DFD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11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2F39DA0-D5C6-9FB1-9382-59684E9A3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8361" y="1019876"/>
            <a:ext cx="1029437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model performance using advanced algorithms like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SVM, or Neural Networks.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 additional features such as student behavior, assignments, and extracurricular activities.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real-time data collection from school or college management systems.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 the application on cloud platforms like AWS, Azure, or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Cloud for wider access.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a student login system with personalized dashboards and progress tracking.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Introduce AI-based personalized learning recommendations for each student.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Expand system to predict semester-wise or year-wise academic performance trends. </a:t>
            </a:r>
          </a:p>
        </p:txBody>
      </p:sp>
    </p:spTree>
    <p:extLst>
      <p:ext uri="{BB962C8B-B14F-4D97-AF65-F5344CB8AC3E}">
        <p14:creationId xmlns:p14="http://schemas.microsoft.com/office/powerpoint/2010/main" val="1164879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EA9EE-5679-A557-E7BF-0A904D097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6077-2697-7116-5A2C-99B8054B7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REFERENCES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B1971-AF7F-80EE-26ED-EA8A7E8C7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346893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GB" sz="2000" b="1" dirty="0"/>
              <a:t> </a:t>
            </a:r>
            <a:r>
              <a:rPr lang="en-IN" b="1" dirty="0"/>
              <a:t>Kaggle Dataset</a:t>
            </a:r>
            <a:r>
              <a:rPr lang="en-IN" dirty="0"/>
              <a:t> – </a:t>
            </a:r>
            <a:r>
              <a:rPr lang="en-IN" u="sng" dirty="0">
                <a:hlinkClick r:id="rId2"/>
              </a:rPr>
              <a:t>https://www.kaggle.com/datasets</a:t>
            </a:r>
            <a:br>
              <a:rPr lang="en-IN" dirty="0"/>
            </a:br>
            <a:r>
              <a:rPr lang="en-IN" dirty="0"/>
              <a:t>  	Used for student performance data collection. </a:t>
            </a:r>
          </a:p>
          <a:p>
            <a:pPr lvl="0"/>
            <a:r>
              <a:rPr lang="en-IN" b="1" dirty="0"/>
              <a:t>Scikit-learn Documentation</a:t>
            </a:r>
            <a:r>
              <a:rPr lang="en-IN" dirty="0"/>
              <a:t> – </a:t>
            </a:r>
            <a:r>
              <a:rPr lang="en-IN" u="sng" dirty="0">
                <a:hlinkClick r:id="rId3"/>
              </a:rPr>
              <a:t>https://scikit-learn.org/stable/</a:t>
            </a:r>
            <a:br>
              <a:rPr lang="en-IN" dirty="0"/>
            </a:br>
            <a:r>
              <a:rPr lang="en-IN" dirty="0"/>
              <a:t>  	Used for implementing machine learning models. </a:t>
            </a:r>
          </a:p>
          <a:p>
            <a:pPr lvl="0"/>
            <a:r>
              <a:rPr lang="en-IN" b="1" dirty="0" err="1"/>
              <a:t>Streamlit</a:t>
            </a:r>
            <a:r>
              <a:rPr lang="en-IN" b="1" dirty="0"/>
              <a:t> Documentation</a:t>
            </a:r>
            <a:r>
              <a:rPr lang="en-IN" dirty="0"/>
              <a:t> – </a:t>
            </a:r>
            <a:r>
              <a:rPr lang="en-IN" u="sng" dirty="0">
                <a:hlinkClick r:id="rId4"/>
              </a:rPr>
              <a:t>https://docs.streamlit.io/</a:t>
            </a:r>
            <a:br>
              <a:rPr lang="en-IN" dirty="0"/>
            </a:br>
            <a:r>
              <a:rPr lang="en-IN" dirty="0"/>
              <a:t>  	Used for building the web application. </a:t>
            </a:r>
          </a:p>
          <a:p>
            <a:pPr lvl="0"/>
            <a:r>
              <a:rPr lang="en-IN" b="1" dirty="0"/>
              <a:t>Python Documentation</a:t>
            </a:r>
            <a:r>
              <a:rPr lang="en-IN" dirty="0"/>
              <a:t> – </a:t>
            </a:r>
            <a:r>
              <a:rPr lang="en-IN" u="sng" dirty="0">
                <a:hlinkClick r:id="rId5"/>
              </a:rPr>
              <a:t>https://docs.python.org/3/</a:t>
            </a:r>
            <a:br>
              <a:rPr lang="en-IN" dirty="0"/>
            </a:br>
            <a:r>
              <a:rPr lang="en-IN" dirty="0"/>
              <a:t>  	Used for Python programming reference. </a:t>
            </a:r>
          </a:p>
          <a:p>
            <a:pPr lvl="0"/>
            <a:r>
              <a:rPr lang="en-IN" b="1" dirty="0" err="1"/>
              <a:t>GeeksforGeeks</a:t>
            </a:r>
            <a:r>
              <a:rPr lang="en-IN" b="1" dirty="0"/>
              <a:t> (Machine Learning)</a:t>
            </a:r>
            <a:r>
              <a:rPr lang="en-IN" dirty="0"/>
              <a:t> – </a:t>
            </a:r>
            <a:r>
              <a:rPr lang="en-IN" u="sng" dirty="0">
                <a:hlinkClick r:id="rId6"/>
              </a:rPr>
              <a:t>https://www.geeksforgeeks.org/machine-learning/</a:t>
            </a:r>
            <a:br>
              <a:rPr lang="en-IN" dirty="0"/>
            </a:br>
            <a:r>
              <a:rPr lang="en-IN" dirty="0"/>
              <a:t>  	Used for understanding ML algorithms and concepts. </a:t>
            </a:r>
          </a:p>
          <a:p>
            <a:pPr lvl="0"/>
            <a:r>
              <a:rPr lang="en-IN" b="1" dirty="0"/>
              <a:t>Towards Data Science</a:t>
            </a:r>
            <a:r>
              <a:rPr lang="en-IN" dirty="0"/>
              <a:t> – </a:t>
            </a:r>
            <a:r>
              <a:rPr lang="en-IN" u="sng" dirty="0">
                <a:hlinkClick r:id="rId7"/>
              </a:rPr>
              <a:t>https://towardsdatascience.com/</a:t>
            </a:r>
            <a:br>
              <a:rPr lang="en-IN" dirty="0"/>
            </a:br>
            <a:r>
              <a:rPr lang="en-IN" dirty="0"/>
              <a:t>  	Used for learning real-world machine learning applications and ideas. </a:t>
            </a:r>
          </a:p>
          <a:p>
            <a:pPr lvl="0"/>
            <a:r>
              <a:rPr lang="en-IN" b="1" dirty="0"/>
              <a:t>Analytics Vidhya</a:t>
            </a:r>
            <a:r>
              <a:rPr lang="en-IN" dirty="0"/>
              <a:t> – </a:t>
            </a:r>
            <a:r>
              <a:rPr lang="en-IN" u="sng" dirty="0">
                <a:hlinkClick r:id="rId8"/>
              </a:rPr>
              <a:t>https://www.analyticsvidhya.com/</a:t>
            </a:r>
            <a:br>
              <a:rPr lang="en-IN" dirty="0"/>
            </a:br>
            <a:r>
              <a:rPr lang="en-IN" dirty="0"/>
              <a:t>  	Used for understanding feature engineering and model evaluation techniques.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721BC-42E2-4822-3086-5AF81F1A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8BC28-15FA-0C88-32FB-88458DEB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07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682</TotalTime>
  <Words>1116</Words>
  <Application>Microsoft Office PowerPoint</Application>
  <PresentationFormat>Widescreen</PresentationFormat>
  <Paragraphs>216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DEPARTMENT OF CSE (ARTIFICIAL INTELLIGENCE AND MACHINE LEARNING) ACADEMIC YEAR 2025 - 2026 SEMESTER IV MACHINE LEARNING LABORATORY  MINI PROJECT REVIEW  STUDENT PERFORMANCE PREDICTION SYSTEM</vt:lpstr>
      <vt:lpstr>PROBLEM STATEMENT</vt:lpstr>
      <vt:lpstr>THEORETICAL BACKGROUND</vt:lpstr>
      <vt:lpstr>THEORETICAL BACKGROUND</vt:lpstr>
      <vt:lpstr>IMPLEMENTATION AND CODE</vt:lpstr>
      <vt:lpstr>OUTPUT AND RESULTS</vt:lpstr>
      <vt:lpstr>OUTPUT AND RESULTS</vt:lpstr>
      <vt:lpstr>OUTPUT AND RESULTS</vt:lpstr>
      <vt:lpstr>OUTPUT AND RESULTS</vt:lpstr>
      <vt:lpstr>OUTPUT AND RESULTS</vt:lpstr>
      <vt:lpstr>OUTPUT AND RESULTS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SANKAR GANESH K</dc:creator>
  <cp:lastModifiedBy>Admin Admin</cp:lastModifiedBy>
  <cp:revision>10</cp:revision>
  <dcterms:created xsi:type="dcterms:W3CDTF">2025-10-18T08:57:34Z</dcterms:created>
  <dcterms:modified xsi:type="dcterms:W3CDTF">2026-04-18T13:04:49Z</dcterms:modified>
</cp:coreProperties>
</file>